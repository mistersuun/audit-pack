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916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DIGITALE</a:t>
            </a:r>
            <a:endParaRPr lang="en-US" sz="40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DE NUIT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SHERATON LAVAL HOTEL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0" y="3657600"/>
            <a:ext cx="27432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Remplacement du classeur Excel RJ par une application web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avec rapports automatises et analyses en temps reel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61772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 par Ju  |  Fevrier 2026  |  Confidentiel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DEFI ACTUEL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processus manuel complexe qui coute du temps et de l'argent chaque nuit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886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54864" cy="141732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417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Classeur Excel fragile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17830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feuilles interconnectees, formules cassees regulierement, aucun historique des modifications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00600" y="1234440"/>
            <a:ext cx="3886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1234440"/>
            <a:ext cx="54864" cy="141732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4630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417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6-8h par audit de nuit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577840" y="17830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manuelle dans 14 onglets, copier-coller entre feuilles, calculs a la main, verification humaine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2926080"/>
            <a:ext cx="3886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2926080"/>
            <a:ext cx="54864" cy="141732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546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3108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de reconciliation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234440" y="34747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5-8% taux d'erreur, transpositions, formules brisees, pas de validation automatique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800600" y="2926080"/>
            <a:ext cx="3886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00600" y="2926080"/>
            <a:ext cx="54864" cy="141732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15468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77840" y="3108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longue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577840" y="34747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6-8 semaines pour former un nouvel auditeur, 15-20% erreurs le 1er mois, dependance aux veterans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complete remplacant le classeur Excel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06040" cy="34747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606040" cy="54864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4173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057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Modules RJ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514600"/>
            <a:ext cx="2057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Controle, DueBack, Recap,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Transelect, GEAC, SD,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Depot, SetD, HP/Admin,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Internet, Sonifi, Jour,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Quasimodo, DBRS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+ 46 taches front desk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1188720"/>
            <a:ext cx="2606040" cy="34747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188720"/>
            <a:ext cx="2606040" cy="54864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41732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2057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 Endpoints API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20440" y="2514600"/>
            <a:ext cx="2057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tables de donnees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regles d'alerte auto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auto-calculs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validations temps reel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macros Excel repliquees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253K lignes de code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26480" y="1188720"/>
            <a:ext cx="2606040" cy="34747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188720"/>
            <a:ext cx="2606040" cy="54864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41732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2057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Graphiques BI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0" y="2514600"/>
            <a:ext cx="2057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dashboards interactifs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analyses avancees (ML)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KPIs en temps reel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5 pages + AI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ans de donnees (45K rows)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Previsions &amp; clustering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Text 16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taches front desk  +  19 phases back audit  +  14 onglets RJ  =  Solution complete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TEMPS SAUVE PAR NUIT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0" y="914400"/>
            <a:ext cx="4572000" cy="20116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0" y="8229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5.75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286000" y="21031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 SAUVEES / NUIT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200400"/>
            <a:ext cx="18288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3200400"/>
            <a:ext cx="182880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3520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13h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576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audit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23160" y="3200400"/>
            <a:ext cx="18288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3200400"/>
            <a:ext cx="182880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242316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23160" y="3520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7.25h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42316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audit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3200400"/>
            <a:ext cx="18288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80560" y="3200400"/>
            <a:ext cx="182880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80560" y="3520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172h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48056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37960" y="3200400"/>
            <a:ext cx="18288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37960" y="3200400"/>
            <a:ext cx="182880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37960" y="3520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2,099h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53796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44% de reduction du temps d'audit  |  52 semaines de travail liberees par an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DETAIL DES ECONOMIES DE TEMPS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280160"/>
                <a:gridCol w="1280160"/>
                <a:gridCol w="1280160"/>
                <a:gridCol w="14630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MANUEL (min)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AVEC APP (min)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EPARGNE (min)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Operations Front Desk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Installation Back Audit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Reconciliation caisse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Cartes de credit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Verification details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Assemblage Jour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Quasimodo + DBRS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Assemblage final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780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435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345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visuelle: temps par categorie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06908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2011680" y="4069080"/>
            <a:ext cx="5029200" cy="822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Shape 5"/>
          <p:cNvSpPr/>
          <p:nvPr/>
        </p:nvSpPr>
        <p:spPr>
          <a:xfrm>
            <a:off x="2011680" y="4151376"/>
            <a:ext cx="4023360" cy="8229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27024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011680" y="4270248"/>
            <a:ext cx="1592580" cy="822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Shape 8"/>
          <p:cNvSpPr/>
          <p:nvPr/>
        </p:nvSpPr>
        <p:spPr>
          <a:xfrm>
            <a:off x="2011680" y="4352544"/>
            <a:ext cx="838200" cy="8229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447141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credit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011680" y="4471416"/>
            <a:ext cx="1005840" cy="822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Shape 11"/>
          <p:cNvSpPr/>
          <p:nvPr/>
        </p:nvSpPr>
        <p:spPr>
          <a:xfrm>
            <a:off x="2011680" y="4553712"/>
            <a:ext cx="502920" cy="8229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467258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2011680" y="4672584"/>
            <a:ext cx="1341120" cy="822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Shape 14"/>
          <p:cNvSpPr/>
          <p:nvPr/>
        </p:nvSpPr>
        <p:spPr>
          <a:xfrm>
            <a:off x="2011680" y="4754880"/>
            <a:ext cx="670560" cy="8229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48737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Assemblage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2011680" y="4873752"/>
            <a:ext cx="1341120" cy="822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Shape 17"/>
          <p:cNvSpPr/>
          <p:nvPr/>
        </p:nvSpPr>
        <p:spPr>
          <a:xfrm>
            <a:off x="2011680" y="4956048"/>
            <a:ext cx="586740" cy="8229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Shape 18"/>
          <p:cNvSpPr/>
          <p:nvPr/>
        </p:nvSpPr>
        <p:spPr>
          <a:xfrm>
            <a:off x="7315200" y="4069080"/>
            <a:ext cx="182880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7543800" y="404164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315200" y="4206240"/>
            <a:ext cx="182880" cy="914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4" name="Text 21"/>
          <p:cNvSpPr/>
          <p:nvPr/>
        </p:nvSpPr>
        <p:spPr>
          <a:xfrm>
            <a:off x="7543800" y="417880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app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FINANCIER ANNUEL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840480" cy="25603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384048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$87K-109K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ANNUELLE TOTALE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sur investissement en 1.5-2.5 mois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5486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Economies main-d'oeuvre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1051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$62,962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0" y="1051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645920"/>
            <a:ext cx="3931920" cy="5486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691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d'erreurs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1691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$14K-24K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286000"/>
            <a:ext cx="3931920" cy="5486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Conformite / audit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2331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$5K-10K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46720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926080"/>
            <a:ext cx="3931920" cy="5486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acceleree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2971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$2K-4K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46720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749040"/>
            <a:ext cx="3931920" cy="457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749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Benefice cumule 3 ans: $239K - $305K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365 nuits/an  |  Cout horaire charge: $30/h  |  Incluant gains operationnels +25%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REDUCTION DES ERREURS &amp; QUALITE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(Excel manuel)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3840480" cy="3657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 (Application web)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840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846320" y="1417320"/>
            <a:ext cx="3840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173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5-8% taux d'erreur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14173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2% taux d'erreur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801368"/>
            <a:ext cx="3840480" cy="384048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3" name="Shape 11"/>
          <p:cNvSpPr/>
          <p:nvPr/>
        </p:nvSpPr>
        <p:spPr>
          <a:xfrm>
            <a:off x="4846320" y="1801368"/>
            <a:ext cx="3840480" cy="384048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8013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historique modifications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18013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d'audit complete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185416"/>
            <a:ext cx="3840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2185416"/>
            <a:ext cx="3840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18541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6-8 semaines formation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218541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semaines formation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569464"/>
            <a:ext cx="3840480" cy="384048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21" name="Shape 19"/>
          <p:cNvSpPr/>
          <p:nvPr/>
        </p:nvSpPr>
        <p:spPr>
          <a:xfrm>
            <a:off x="4846320" y="2569464"/>
            <a:ext cx="3840480" cy="384048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56946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manuelle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256946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temps reel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953512"/>
            <a:ext cx="3840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846320" y="2953512"/>
            <a:ext cx="3840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29535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copier-coller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29535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automatique 5 pages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337560"/>
            <a:ext cx="3840480" cy="384048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29" name="Shape 27"/>
          <p:cNvSpPr/>
          <p:nvPr/>
        </p:nvSpPr>
        <p:spPr>
          <a:xfrm>
            <a:off x="4846320" y="3337560"/>
            <a:ext cx="3840480" cy="384048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3375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perdus/ecrases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33375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DB + backup binaire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14400" y="3931920"/>
            <a:ext cx="2194560" cy="914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14400" y="3931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60-70%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914400" y="4434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d'erreurs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74720" y="3931920"/>
            <a:ext cx="2194560" cy="914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474720" y="3931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65%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3474720" y="4434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reduite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35040" y="3931920"/>
            <a:ext cx="2194560" cy="914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035040" y="3931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6035040" y="4434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Tracabilite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DASHBOARDS &amp; 63 GRAPHIQUES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complete integree directement dans l'application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06040" cy="15544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606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070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Operationnel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temps reel, sparklines,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alertes automatiques,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meteo, suivi de shift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KPI + alertes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606040" cy="15544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97280"/>
            <a:ext cx="2606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2070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/ Intelligence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15087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onglets: revenus, F&amp;B,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main-d'oeuvre, cash, cartes,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P&amp;L, budget — 39 graphiques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46120" y="22860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charts Chart.js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89320" y="1097280"/>
            <a:ext cx="2606040" cy="15544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1097280"/>
            <a:ext cx="2606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12070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Direction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80760" y="15087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executive, sidebar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navigable, KPIs premium,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multi-periode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80760" y="22860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charts + tables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926080"/>
            <a:ext cx="2606040" cy="15544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26080"/>
            <a:ext cx="2606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0358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Portal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3375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 analysis, previsions,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opportunites revenus, GOPPAR,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staffing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41148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charts + grids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154680" y="2926080"/>
            <a:ext cx="2606040" cy="15544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2926080"/>
            <a:ext cx="2606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7" name="Text 25"/>
          <p:cNvSpPr/>
          <p:nvPr/>
        </p:nvSpPr>
        <p:spPr>
          <a:xfrm>
            <a:off x="3246120" y="30358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&amp; Analytics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46120" y="33375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Tendances revenus, cartes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credit, rapports quotidiens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sauvegardables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46120" y="41148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charts + exports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989320" y="2926080"/>
            <a:ext cx="2606040" cy="15544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89320" y="2926080"/>
            <a:ext cx="2606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2" name="Text 30"/>
          <p:cNvSpPr/>
          <p:nvPr/>
        </p:nvSpPr>
        <p:spPr>
          <a:xfrm>
            <a:off x="6080760" y="30358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 (5 pages)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80760" y="33375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Revenus/Budget/AN, cards,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labor, tendances 30j,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AI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80760" y="41148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charts + reco AI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" y="4663440"/>
            <a:ext cx="8503920" cy="4114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d'insights (41 analyses ML: clustering, previsions, elasticite)  +  Moteur analytics (39 methodes: KPIs, YoY, anomalies)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DONNEES DEJA CHARGEES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ans d'historique importe et pret a analyser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1965960" cy="4572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3716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18288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45,019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20040" y="2240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0040" y="246888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ans (2021-2026)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468880" y="118872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68880" y="1188720"/>
            <a:ext cx="1965960" cy="4572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137160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68880" y="18288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253K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2468880" y="2240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de code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468880" y="246888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HTML + JS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617720" y="118872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17720" y="1188720"/>
            <a:ext cx="1965960" cy="4572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137160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17720" y="18288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227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4617720" y="2240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d'API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617720" y="246888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6766560" y="118872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766560" y="1188720"/>
            <a:ext cx="1965960" cy="4572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68" y="137160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66560" y="18288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</a:t>
            </a:r>
            <a:endParaRPr lang="en-US" sz="2400" dirty="0"/>
          </a:p>
        </p:txBody>
      </p:sp>
      <p:sp>
        <p:nvSpPr>
          <p:cNvPr id="27" name="Text 21"/>
          <p:cNvSpPr/>
          <p:nvPr/>
        </p:nvSpPr>
        <p:spPr>
          <a:xfrm>
            <a:off x="6766560" y="2240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de donnees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766560" y="246888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MB SQLite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57200" y="3108960"/>
            <a:ext cx="54864" cy="1645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5"/>
          <p:cNvSpPr/>
          <p:nvPr/>
        </p:nvSpPr>
        <p:spPr>
          <a:xfrm>
            <a:off x="731520" y="3200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supplementaires chargees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731520" y="35661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2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1,879 jours de metriques revenus: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colonnes par jour (revenus, occ, ADR, F&amp;B par dept, taxes, cartes)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2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9,390 transactions cartes: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vs banque, taux escompte, montants nets, nb transactions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2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24,426 entrees main-d'oeuvre: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departements, heures reg/supp, couts, effectifs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2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1,878 reconciliations caisse: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lecture, correction, depots CDN/USD, variance Quasimodo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2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9,390 entrees pourboires + 62 budgets + 806 mois labour + archives RJ Excel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PROPOSITION COMMERCIALE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06040" cy="37947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$40K-60K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 unique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187452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7744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253K lignes de code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dashboards + 63 charts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modules RJ + 46 taches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recommandations AI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ans de donnees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ML (41 analyses)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868680"/>
            <a:ext cx="2606040" cy="3794760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68580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37560" y="9601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MENSUEL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3258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$2,000-3,500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37560" y="192024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/mois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11880" y="2240280"/>
            <a:ext cx="1874520" cy="0"/>
          </a:xfrm>
          <a:prstGeom prst="line">
            <a:avLst/>
          </a:prstGeom>
          <a:noFill/>
          <a:ln w="6350">
            <a:solidFill>
              <a:srgbClr val="0F15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237744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inclus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Mises a jour continues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prioritaire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+ previsions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Nouvelles analyses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incluse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868680"/>
            <a:ext cx="2606040" cy="37947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9601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MULTI-HOTEL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13258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$5,000-8,000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17920" y="192024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/mois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92240" y="2240280"/>
            <a:ext cx="187452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237744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Deploiement multi-site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corporatif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inter-hotel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integrations PMS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dedie 24/7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Personnalisation complete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L'application se rembourse en 1.5-2.5 mois  |  Benefice net annee 1: $65K-96K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PROCHAINES ETAPES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73152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005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direct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325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interactive de l'application avec vos donnees reelles de la nuit precedente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0" y="1097280"/>
            <a:ext cx="1188720" cy="45720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0" y="1097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heure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920240"/>
            <a:ext cx="73152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92024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d'essai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semaines d'utilisation parallele (Excel + App) pour valider les economies de temps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0" y="2103120"/>
            <a:ext cx="1188720" cy="45720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2103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semaines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26080"/>
            <a:ext cx="73152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92608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71600" y="3017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equipe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337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des auditeurs de nuit sur la nouvelle interface et les nouveaux workflows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0" y="3108960"/>
            <a:ext cx="1188720" cy="45720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31089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semaine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931920"/>
            <a:ext cx="73152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93192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371600" y="4023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Deploiement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71600" y="4343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complete vers l'application, archivage de l'ancien processus Excel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0" y="4114800"/>
            <a:ext cx="1188720" cy="45720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0" y="4114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semaine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91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3200400" y="2468880"/>
            <a:ext cx="27432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Transformons l'audit de nuit ensemble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329184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926080" y="32735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 de reduction du temps d'audit par nuit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3639312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926080" y="36210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60-70% moins d'erreurs de reconciliation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3986784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926080" y="39684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$87K-$109K de valeur annuelle generee</a:t>
            </a:r>
            <a:endParaRPr lang="en-US" sz="12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0" y="4334256"/>
            <a:ext cx="228600" cy="2286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926080" y="4315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en moins de 2.5 mois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  |  kindcompanionsinc@gmail.com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Sheraton Laval - Night Audit Digital Solution</dc:title>
  <dc:subject>PptxGenJS Presentation</dc:subject>
  <dc:creator>Ju</dc:creator>
  <cp:lastModifiedBy>Ju</cp:lastModifiedBy>
  <cp:revision>1</cp:revision>
  <dcterms:created xsi:type="dcterms:W3CDTF">2026-02-25T00:36:35Z</dcterms:created>
  <dcterms:modified xsi:type="dcterms:W3CDTF">2026-02-25T00:36:35Z</dcterms:modified>
</cp:coreProperties>
</file>